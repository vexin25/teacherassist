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背景: AI 成長速度驚人。延伸解釋: 這些技術互相補足，形成複合系統。實例: 醫學影像診斷。討論問題: 哪項技術最具突破性？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背景: AI 正在重塑產業模式。延伸解釋: 各領域實際案例顯示效益提升。實例: 醫療影像可減少 20% 人工檢查時間。討論問題: 哪個行業最需要投資？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背景: AI 推廣面臨多重障礙。延伸解釋: 企業需建立治理框架、投資人才培訓。實例: 合規平台可降低資料洩露風險。討論問題: 如何平衡創新與安全？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背景: 未來發展充滿機遇與挑戰。延伸解釋: 趨勢將推動產業升級。實例: 智慧城市利用 AI 優化能源管理。討論問題: 我們如何把握這些趨勢？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人工智慧革命：核心技術與未來趨勢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探討 AI 對各行業的影響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核心技術與定義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機器學習：透過資料訓練模型，預測或分類。</a:t>
            </a:r>
          </a:p>
          <a:p>
            <a:r>
              <a:t>深度學習：多層神經網路模擬人腦結構，處理圖像、語音。</a:t>
            </a:r>
          </a:p>
          <a:p>
            <a:r>
              <a:t>強化學習：代理在環境中試錯獲得最優行為策略。</a:t>
            </a:r>
          </a:p>
          <a:p>
            <a:r>
              <a:t>自然語言處理：理解與生成文字，支援聊天機器人。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醫療：自動化影像分析與個人化治療建議。</a:t>
            </a:r>
          </a:p>
          <a:p>
            <a:r>
              <a:t>自動駕駛：感測融合、路徑規劃與決策控制。</a:t>
            </a:r>
          </a:p>
          <a:p>
            <a:r>
              <a:t>金融風控：信用評分、欺詐偵測與投資策略優化。</a:t>
            </a:r>
          </a:p>
          <a:p>
            <a:r>
              <a:t>製造業：預測維護、質量檢測與流程自動化。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挑戰、痛點與解決方案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資料隱私：缺乏標準化治理，易引發信任危機。</a:t>
            </a:r>
          </a:p>
          <a:p>
            <a:r>
              <a:t>模型可解釋性：黑盒問題阻礙醫療等高風險領域應用。</a:t>
            </a:r>
          </a:p>
          <a:p>
            <a:r>
              <a:t>人才短缺：專業工程師與數據科學家供不應求。</a:t>
            </a:r>
          </a:p>
          <a:p>
            <a:r>
              <a:t>成本投入：初期開發與維護費用相對較高。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未來趨勢與結語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跨域融合：AI 與物聯網、區塊鏈協同，形成智能生態。</a:t>
            </a:r>
          </a:p>
          <a:p>
            <a:r>
              <a:t>倫理規範：全球將制定 AI 使用標準與法律框架。</a:t>
            </a:r>
          </a:p>
          <a:p>
            <a:r>
              <a:t>自適應學習：模型能即時調整以應對環境變化。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