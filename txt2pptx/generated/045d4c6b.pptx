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此簡報將帶您從 AI 的核心概念，深入探討其關鍵技術、廣泛應用，以及未來可能的發展方向。請思考 AI 在日常生活中的影響與潛在價值。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的本質是從大量資料中自我優化決策。機器學習提供模型訓練框架；深度學習處理高維複雜輸入；自然語言處理則使人機對話更流暢。您認為哪項技術最能改變您的工作？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這些案例展示 AI 在不同產業的實際落地效果。例如，醫療影像可在 1 秒內完成初步診斷，大幅減少人力成本。您所在行業中還有哪些潛在應用？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雖然 AI 能帶來高效益，但資料保護、模型黑箱與人才不足仍是主要障礙。組織可透過加密技術、解釋性框架及人才培育減輕風險。您認為哪些措施最具實際操作性？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未來 AI 將更注重跨模態協同、能源效率與人類工作增效。這些趨勢將重新定義產業生態，並催化創新商業模式。您預見哪些領域最先受益？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人工智慧革命：技術、應用與未來趨勢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核心概念與基礎技術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定義：基於數據學習、推理與自動化的智能系統。</a:t>
            </a:r>
          </a:p>
          <a:p>
            <a:r>
              <a:t>核心技術：機器學習、深度學習、自然語言處理。</a:t>
            </a:r>
          </a:p>
          <a:p>
            <a:r>
              <a:t>重要性：提升效率、創造新價值，驅動數位轉型。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主要應用領域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醫療診斷：影像分析與個人化治療。</a:t>
            </a:r>
          </a:p>
          <a:p>
            <a:r>
              <a:t>自動駕駛：感知環境、決策控制。</a:t>
            </a:r>
          </a:p>
          <a:p>
            <a:r>
              <a:t>金融風控：欺詐偵測與投資建議。</a:t>
            </a:r>
          </a:p>
          <a:p>
            <a:r>
              <a:t>智慧製造：預測維護與流程優化。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挑戰、痛點與解決方案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未來趨勢與發展方向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algn="ctr"/>
            <a:r>
              <a:rPr b="1" sz="2800"/>
              <a:t>200%</a:t>
            </a:r>
          </a:p>
          <a:p>
            <a:pPr algn="ctr"/>
            <a:r>
              <a:rPr sz="1100"/>
              <a:t>年複合成長率（AI 產業）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Käch, Timon</cp:lastModifiedBy>
  <cp:revision>2</cp:revision>
  <dcterms:created xsi:type="dcterms:W3CDTF">2023-03-07T10:31:54Z</dcterms:created>
  <dcterms:modified xsi:type="dcterms:W3CDTF">2023-03-07T10:33:06Z</dcterms:modified>
</cp:coreProperties>
</file>