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已成為全球創新焦點。延伸解釋：本簡報將梳理 AI 的基礎概念及其跨領域影響。實例場景：從醫療到交通。引導問題：你認為 AI 在你的產業中有何潛力？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技術快速演進。延伸解釋：上述四項技術構成 AI 的核心基礎。實例場景：醫療影像診斷、語音助手、遊戲對手。引導問題：你所在領域最需要哪一種 AI 技術？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已滲透多個關鍵產業。延伸解釋：每個領域皆有獨特的資料需求與法規挑戰。實例場景：醫院使用 AI 辅助診斷肺部結節；車廠部署自駕測試。引導問題：哪些應用最吸引你的投資？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推廣面臨多重障礙。延伸解釋：資料治理、透明度與成本是三大痛點。實例場景：醫療機構使用差分隱私技術；金融業採用可解釋模型。引導問題：你認為哪項挑戰最難克服？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背景脈絡：技術與規範同步進化。延伸解釋：邊緣 AI 可減少雲端依賴；多模態學習提升人機互動自然度。實例場景：智慧城市即時交通調控。引導問題：你會在何種情境優先投資這些趨勢？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人工智慧：改變未來的科技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核心技術、應用與趨勢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機器學習透過資料訓練模型，實現自我改進。</a:t>
            </a:r>
          </a:p>
          <a:p>
            <a:r>
              <a:t>深度學習利用多層神經網路處理高維資訊。</a:t>
            </a:r>
          </a:p>
          <a:p>
            <a:r>
              <a:t>自然語言處理使機器能理解並生成文字與語音。</a:t>
            </a:r>
          </a:p>
          <a:p>
            <a:r>
              <a:t>強化學習讓代理在環境中透過試錯獲得最佳行為。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醫療診斷：影像分析提升早期發現率。</a:t>
            </a:r>
          </a:p>
          <a:p>
            <a:r>
              <a:t>自動駕駛：感知環境與決策實時執行。</a:t>
            </a:r>
          </a:p>
          <a:p>
            <a:r>
              <a:t>金融風控：異常交易偵測與信用評估。</a:t>
            </a:r>
          </a:p>
          <a:p>
            <a:r>
              <a:t>製造業：預測維護與品質檢測。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挑戰與對策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未來趨勢與發展方向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邊緣 AI 將推動即時決策與低延遲應用。</a:t>
            </a:r>
          </a:p>
          <a:p>
            <a:r>
              <a:t>多模態學習結合影像、文字、語音創造更豐富交互。</a:t>
            </a:r>
          </a:p>
          <a:p>
            <a:r>
              <a:t>AI 於倫理與法規框架內的透明治理將成為必備。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Paket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2023-03-07T12:06:12Z</dcterms:created>
  <dcterms:modified xsi:type="dcterms:W3CDTF">2023-03-07T12:06:26Z</dcterms:modified>
</cp:coreProperties>
</file>