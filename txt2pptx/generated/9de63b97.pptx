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notesMasterIdLst>
    <p:notesMasterId r:id="rId2"/>
  </p:notesMasterIdLst>
  <p:handoutMasterIdLst>
    <p:handoutMasterId r:id="rId3"/>
  </p:handoutMasterIdLst>
  <p:sldIdLst>
    <p:sldId id="256" r:id="rId8"/>
    <p:sldId id="257" r:id="rId9"/>
    <p:sldId id="258" r:id="rId10"/>
    <p:sldId id="259" r:id="rId11"/>
    <p:sldId id="260" r:id="rId12"/>
  </p:sldIdLst>
  <p:sldSz cx="12192000" cy="6858000"/>
  <p:notesSz cx="6858000" cy="9144000"/>
  <p:defaultTextStyle>
    <a:defPPr rtl="0"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40" y="1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260543F-C6AC-4A94-9181-2A0B47128E40}" type="datetime1">
              <a:rPr lang="de-DE" smtClean="0"/>
              <a:t>07.03.2023</a:t>
            </a:fld>
            <a:endParaRPr lang="en-US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D92CB86-0DB9-4A70-B1CF-B23508471F6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55764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BB4411EF-09CB-4E62-A9ED-59F7AB2BB401}" type="datetime1">
              <a:rPr lang="de-DE" smtClean="0"/>
              <a:t>07.03.2023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de"/>
              <a:t>Textmasterformate durch Klicken bearbeiten</a:t>
            </a:r>
            <a:endParaRPr lang="en-US"/>
          </a:p>
          <a:p>
            <a:pPr lvl="1" rtl="0"/>
            <a:r>
              <a:rPr lang="de"/>
              <a:t>Zweite Ebene</a:t>
            </a:r>
          </a:p>
          <a:p>
            <a:pPr lvl="2" rtl="0"/>
            <a:r>
              <a:rPr lang="de"/>
              <a:t>Dritte Ebene</a:t>
            </a:r>
          </a:p>
          <a:p>
            <a:pPr lvl="3" rtl="0"/>
            <a:r>
              <a:rPr lang="de"/>
              <a:t>Vierte Ebene</a:t>
            </a:r>
          </a:p>
          <a:p>
            <a:pPr lvl="4" rtl="0"/>
            <a:r>
              <a:rPr lang="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2B151B-D7D1-48E5-8230-5AADBC794F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927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本簡報將帶領聽眾了解 AI 的基本概念、關鍵技術、主要應用場景及未來發展方向。從醫療診斷到自動駕駛，AI 正在改變各行業的運作模式。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核心概念包括機器學習、深度學習與自然語言處理等技術。這些技術共同構成 AI 的基礎，支撐各種自動化與預測功能。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的跨領域應用已成為業界趨勢，各行業透過數據驅動提升服務品質與運營效率。典型案例包括影像診斷、車聯網以及金融風控系統。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透過對比分析可見，AI 在資料處理與決策速度上具有明顯優勢，但同時面臨成本和技術門檻等挑戰。建議企業在導入前先進行小規模試點，以驗證效益。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未來趨勢顯示 AI 將更深入日常應用，並強調倫理與治理的重要性。企業需主動建立跨部門團隊，推動 AI 技術的持續創新與落地。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de-DE"/>
              <a:t>Master-Untertitelformat bearbeiten</a:t>
            </a:r>
            <a:endParaRPr lang="en-US" dirty="0"/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058F8EF-9461-4DB5-8DE8-65F0C8AF5E0D}" type="datetime1">
              <a:rPr lang="de-DE" smtClean="0"/>
              <a:t>07.03.2023</a:t>
            </a:fld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A5E3BD6-493E-4773-AC13-EE70A9E3F498}" type="datetime1">
              <a:rPr lang="de-DE" smtClean="0"/>
              <a:t>07.03.2023</a:t>
            </a:fld>
            <a:endParaRPr lang="en-US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überschrif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de-DE"/>
              <a:t>Mastertextformat bearbeiten</a:t>
            </a:r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EE6A76B-C923-49BD-ABE7-ADE768C6F571}" type="datetime1">
              <a:rPr lang="de-DE" smtClean="0"/>
              <a:t>07.03.2023</a:t>
            </a:fld>
            <a:endParaRPr lang="en-US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en-US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CD334EC-5459-4A98-AF88-01FD6D7BAF68}" type="datetime1">
              <a:rPr lang="de-DE" smtClean="0"/>
              <a:t>07.03.2023</a:t>
            </a:fld>
            <a:endParaRPr lang="en-US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/>
              <a:t>Mastertextformat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/>
              <a:t>Mastertextformat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en-US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2F56688-ED28-473C-871E-9EEF4BB0D1F0}" type="datetime1">
              <a:rPr lang="de-DE" smtClean="0"/>
              <a:t>07.03.2023</a:t>
            </a:fld>
            <a:endParaRPr lang="en-US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9110680-7D80-41F3-804A-113A4CB11D73}" type="datetime1">
              <a:rPr lang="de-DE" smtClean="0"/>
              <a:t>07.03.2023</a:t>
            </a:fld>
            <a:endParaRPr lang="en-US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E7F7112-C41D-45A5-B762-BC15064583EE}" type="datetime1">
              <a:rPr lang="de-DE" smtClean="0"/>
              <a:t>07.03.2023</a:t>
            </a:fld>
            <a:endParaRPr lang="en-US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1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1CFE5CD5-4320-48E9-85AB-4E68C78D0837}" type="datetime1">
              <a:rPr lang="de-DE" smtClean="0"/>
              <a:t>07.03.2023</a:t>
            </a:fld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Bildplatzhalt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4B989E5A-44CF-486A-A324-E4C01361A073}" type="datetime1">
              <a:rPr lang="de-DE" smtClean="0"/>
              <a:t>07.03.2023</a:t>
            </a:fld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 rtlCol="0"/>
          <a:lstStyle/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4B84E5B-C9E8-4DB6-BA34-0E271B709DFA}" type="datetime1">
              <a:rPr lang="de-DE" smtClean="0"/>
              <a:t>07.03.2023</a:t>
            </a:fld>
            <a:endParaRPr lang="en-US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 rtlCol="0"/>
          <a:lstStyle/>
          <a:p>
            <a:pPr rt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 rtlCol="0"/>
          <a:lstStyle/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650C74D-3EC7-4807-8009-B91685601A76}" type="datetime1">
              <a:rPr lang="de-DE" smtClean="0"/>
              <a:t>07.03.2023</a:t>
            </a:fld>
            <a:endParaRPr lang="en-US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de"/>
              <a:t>Titelmasterformat durch Klicken bearbeiten</a:t>
            </a:r>
            <a:endParaRPr lang="en-US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de"/>
              <a:t>Textmasterformate durch Klicken bearbeiten</a:t>
            </a:r>
          </a:p>
          <a:p>
            <a:pPr lvl="1" rtl="0"/>
            <a:r>
              <a:rPr lang="de"/>
              <a:t>Zweite Ebene</a:t>
            </a:r>
          </a:p>
          <a:p>
            <a:pPr lvl="2" rtl="0"/>
            <a:r>
              <a:rPr lang="de"/>
              <a:t>Dritte Ebene</a:t>
            </a:r>
          </a:p>
          <a:p>
            <a:pPr lvl="3" rtl="0"/>
            <a:r>
              <a:rPr lang="de"/>
              <a:t>Vierte Ebene</a:t>
            </a:r>
          </a:p>
          <a:p>
            <a:pPr lvl="4" rtl="0"/>
            <a:r>
              <a:rPr lang="de"/>
              <a:t>Fünfte Ebene</a:t>
            </a:r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C5518B76-3D47-40C3-B678-8969E3806FFF}" type="datetime1">
              <a:rPr lang="de-DE" smtClean="0"/>
              <a:t>07.03.2023</a:t>
            </a:fld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‹Nr.›</a:t>
            </a:fld>
            <a:endParaRPr lang="en-US" dirty="0"/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人工智慧革命：核心技術、應用與未來趨勢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核心概念與關鍵技術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主要應用領域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醫療診斷：AI 可協助分析影像並提供輔助判讀，提升準確率。</a:t>
            </a:r>
          </a:p>
          <a:p>
            <a:r>
              <a:t>自動駕駛：透過感測器與深度學習模型實現環境感知與決策控制。</a:t>
            </a:r>
          </a:p>
          <a:p>
            <a:r>
              <a:t>金融風控：機器學習可偵測異常交易模式，降低欺詐風險。</a:t>
            </a:r>
          </a:p>
          <a:p>
            <a:r>
              <a:t>智慧製造：AI 監控生產線並優化資源配置，提高效率。</a:t>
            </a:r>
          </a:p>
          <a:p>
            <a:r>
              <a:t>教育個性化：自適應學習平台根據學生表現調整教學內容。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傳統方法 vs AI 驅動方法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未來趨勢與實務啟示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>
            <a:r>
              <a:t>邊緣 AI 將推動即時決策，減少雲端延遲。</a:t>
            </a:r>
          </a:p>
          <a:p>
            <a:r>
              <a:t>多模態學習將整合文字、影像與語音，提升交互體驗。</a:t>
            </a:r>
          </a:p>
          <a:p>
            <a:r>
              <a:t>倫理規範與透明度成為關鍵議題，企業需建立治理框架。</a:t>
            </a:r>
          </a:p>
          <a:p>
            <a:r>
              <a:t>跨領域合作將加速 AI 解決方案的落地。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785_TF56160789" id="{751E87C0-0771-424F-B154-871FD1501C05}" vid="{2E5C96EF-B3D9-45F0-A93F-C32C56A6DA2C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{0E58D5ED-B2D6-4D03-99DC-6ECB5798507E}tf56160789_win32</Template>
  <TotalTime>0</TotalTime>
  <Words>0</Words>
  <Application>Microsoft Office PowerPoint</Application>
  <PresentationFormat>Breitbild</PresentationFormat>
  <Paragraphs>0</Paragraphs>
  <Slides>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0</vt:i4>
      </vt:variant>
    </vt:vector>
  </HeadingPairs>
  <TitlesOfParts>
    <vt:vector size="4" baseType="lpstr">
      <vt:lpstr>Bookman Old Style</vt:lpstr>
      <vt:lpstr>Calibri</vt:lpstr>
      <vt:lpstr>Franklin Gothic Book</vt:lpstr>
      <vt:lpstr>1_RetrospectVTI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Käch, Timon</dc:creator>
  <cp:lastModifiedBy>Käch, Timon</cp:lastModifiedBy>
  <cp:revision>1</cp:revision>
  <dcterms:created xsi:type="dcterms:W3CDTF">2023-03-07T10:32:29Z</dcterms:created>
  <dcterms:modified xsi:type="dcterms:W3CDTF">2023-03-07T10:32:58Z</dcterms:modified>
</cp:coreProperties>
</file>