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開場白：歡迎大家參加今天的簡報。本次內容將涵蓋幾個重要主題與背景脈絡，請大家專心聆聽，並隨時提出問題或意見討論。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感謝大家的聆聽，現在開放提問。我們已經回顧了簡報的核心要點與未來發展方向，期待後續的討論、回饋意見以及進一步的合作機會。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人工智慧（AI）正在革命性地改變各行各業。從醫療診斷到自動駕...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方面一</a:t>
            </a:r>
          </a:p>
          <a:p>
            <a:r>
              <a:t>分析要點 A</a:t>
            </a:r>
          </a:p>
          <a:p>
            <a:r>
              <a:t>分析要點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方面二</a:t>
            </a:r>
          </a:p>
          <a:p>
            <a:r>
              <a:t>分析要點 C</a:t>
            </a:r>
          </a:p>
          <a:p>
            <a:r>
              <a:t>分析要點 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pPr algn="ctr"/>
            <a:r>
              <a:rPr b="1" sz="2800"/>
              <a:t>95%</a:t>
            </a:r>
          </a:p>
          <a:p>
            <a:pPr algn="ctr"/>
            <a:r>
              <a:rPr sz="1100"/>
              <a:t>達成率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結論與展望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核心要點回顧</a:t>
            </a:r>
          </a:p>
          <a:p>
            <a:r>
              <a:t>未來發展方向</a:t>
            </a:r>
          </a:p>
          <a:p>
            <a:r>
              <a:t>下一步行動計畫</a:t>
            </a:r>
          </a:p>
          <a:p>
            <a:r>
              <a:t>歡迎提問與討論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TM10001115[[fn=Paket]]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Gill Sans MT</vt:lpstr>
      <vt:lpstr>Paket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2023-03-07T12:06:12Z</dcterms:created>
  <dcterms:modified xsi:type="dcterms:W3CDTF">2023-03-07T12:06:26Z</dcterms:modified>
</cp:coreProperties>
</file>