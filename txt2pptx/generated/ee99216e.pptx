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84" autoAdjust="0"/>
    <p:restoredTop sz="94619" autoAdjust="0"/>
  </p:normalViewPr>
  <p:slideViewPr>
    <p:cSldViewPr snapToGrid="0">
      <p:cViewPr varScale="1">
        <p:scale>
          <a:sx n="129" d="100"/>
          <a:sy n="129" d="100"/>
        </p:scale>
        <p:origin x="5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3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61137-B2F4-44A2-AEA9-B8D72975A05F}" type="datetime1">
              <a:rPr lang="de-DE" smtClean="0"/>
              <a:t>18.02.26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E3065-8A24-47C9-A843-0DFEC08A77C7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38765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46253B-BE88-45C5-9ABC-A8414C168BD1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背景資訊：AI 技術多樣且互補，形成整合式解決方案。延伸解釋：每項技術在不同場景下發揮關鍵作用。實例應用：醫療影像診斷、語音助手、遊戲 AI。引導問題：哪些技術最適合您的業務需求？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背景資訊：AI 已成為各行核心驅動力。延伸解釋：領域差異化需求促進技術創新。實例應用：某醫院使用 AI 分析 CT，提升診斷準確率。引導問題：您所在產業的痛點是什麼？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背景資訊：AI 推廣面臨技術與倫理雙重挑戰。延伸解釋：可透過差分隱私、模型壓縮、合成數據來緩解問題。實例應用：金融機構使用聯邦學習保護客戶資料。引導問題：您認為哪項挑戰最迫切？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背景資訊：技術快速迭代與社會需求同步。延伸解釋：邊緣 AI 將降低延遲，提升隱私保護。實例應用：智慧城市利用多模態感測優化交通流量。引導問題：您如何規劃組織的 AI 轉型路線？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58FE69-3F99-4550-AA00-A7FF61BF76EA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68F14C-D4F1-40B6-B1AD-A03EDAA6725D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C8E1CE-31A4-4DC1-9A14-A1FDAD407674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E3744A-5A44-4BFF-92AA-16DA5E94BB83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Bild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EDD9AE-23AE-4EB7-B3DB-242A1D8478F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42FB20-1F3E-43B9-A22C-6B636C25391A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7D78AD-A707-44D8-98C7-2E5BF17C114E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CDB1FF-C55B-4D31-A515-83B796043DD6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B3AE0C-9D3B-493D-AE1C-E837EBD1A420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1AEB60-0CF2-4FDF-8809-8AC51494D5F5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8AF836-13A8-46EF-A2AE-6F658367FD73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1DFE2F-C573-4D62-882A-E8846EF03C0C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8E20CA-0CA2-4574-B1D6-69C8C65EED42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Textplatzhalt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9B9F8F-6639-463B-9FB3-42044123F51F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Bild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Bild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el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9" name="Textplatzhalt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Bildplatzhalt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Textplatzhalt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3" name="Bildplatzhalt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6" name="Bildplatzhalt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Textplatzhalt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9E6A23-504C-403E-B76B-B05505FCD76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68BEABDA-98C7-4D1F-B6BB-CA7E2F630F9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人工智慧革命：從概念到未來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核心技術與定義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機器學習：透過數據自動改進模型表現。</a:t>
            </a:r>
          </a:p>
          <a:p>
            <a:r>
              <a:t>深度學習：多層神經網路模擬人腦處理複雜模式。</a:t>
            </a:r>
          </a:p>
          <a:p>
            <a:r>
              <a:t>強化學習：智能體通過試錯獲得最優策略。</a:t>
            </a:r>
          </a:p>
          <a:p>
            <a:r>
              <a:t>自然語言處理：使機器理解並生成語言內容。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主要應用領域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醫療診斷：影像分析與個人化治療方案。</a:t>
            </a:r>
          </a:p>
          <a:p>
            <a:r>
              <a:t>自動駕駛：感測融合與即時決策控制。</a:t>
            </a:r>
          </a:p>
          <a:p>
            <a:r>
              <a:t>金融風控：信用評分與欺詐偵測模型。</a:t>
            </a:r>
          </a:p>
          <a:p>
            <a:r>
              <a:t>製造業：預測性維護與質量檢驗。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挑戰與解決方案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未來趨勢與發展方向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邊緣 AI：即時推理於設備端。</a:t>
            </a:r>
          </a:p>
          <a:p>
            <a:r>
              <a:t>多模態學習：融合視覺、語音、文本。</a:t>
            </a:r>
          </a:p>
          <a:p>
            <a:r>
              <a:t>AI 與倫理規範同步演進。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908_TF55705232.potx" id="{C2693DD5-6559-4F60-BB71-3DF0B32289E4}" vid="{FE5FC937-8F54-4BE4-8F9D-44E1A9D18C6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{5DE2F419-AD40-4967-A74C-8BD2D0DFEE43}tf55705232_win32</Template>
  <TotalTime>0</TotalTime>
  <Words>0</Words>
  <Application>Microsoft Macintosh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Calibri</vt:lpstr>
      <vt:lpstr>Goudy Old Style</vt:lpstr>
      <vt:lpstr>Wingdings 2</vt:lpstr>
      <vt:lpstr>SlateVTI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RickLiao</cp:lastModifiedBy>
  <cp:revision>2</cp:revision>
  <dcterms:created xsi:type="dcterms:W3CDTF">2023-03-07T11:58:14Z</dcterms:created>
  <dcterms:modified xsi:type="dcterms:W3CDTF">2026-02-17T16:49:31Z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