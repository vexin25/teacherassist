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6"/>
    <p:sldId id="257" r:id="rId7"/>
    <p:sldId id="258" r:id="rId9"/>
    <p:sldId id="259" r:id="rId10"/>
    <p:sldId id="26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背景脈絡：AI 技術已成為科技發展的關鍵驅動力。延伸解釋：核心概念涵蓋算法、數據與模型三要素。實例應用：醫療影像診斷、語音助手等。引導問題：你認為哪些技術最具突破潛力？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背景脈絡：AI 在關鍵產業的應用已顯著改變工作流程。延伸解釋：每個領域都有獨特需求，對應不同技術解決方案。實例應用：醫療影像自動分割、車聯網數據分析等。引導問題：哪些產業最需要 AI 介入？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背景脈絡：AI 實踐中常見的技術與組織挑戰。延伸解釋：資料治理、模型監督與流程整合是關鍵痛點。實例應用：使用差分隱私保護醫療數據、建立可解釋 AI 框架等。引導問題：你所在組織如何平衡創新與風險？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背景脈絡：AI 未來發展聚焦於多模態、邊緣化和倫理合規。延伸解釋：新興技術將突破現有局限，推動更廣泛應用。實例應用：智慧城市的多感知系統、即時語音翻譯等。引導問題：你認為哪些領域最能從這些趨勢中受益？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 für 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hr oder Fal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人工智慧革命：跨行業的變革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核心技術、應用與未來趨勢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人工智慧的核心概念與定義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是利用算法模擬人類智能，進行學習、推理和自我調整。</a:t>
            </a:r>
          </a:p>
          <a:p>
            <a:r>
              <a:t>機器學習、深度學習及自然語言處理是主要技術支柱。</a:t>
            </a:r>
          </a:p>
          <a:p>
            <a:r>
              <a:t>數據作為燃料，模型結構提供框架；兩者共同決定 AI 性能。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的重要性與主要應用領域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醫療診斷提升準確率，縮短病患等待時間。</a:t>
            </a:r>
          </a:p>
          <a:p>
            <a:r>
              <a:t>自動駕駛降低交通事故風險並優化路徑規劃。</a:t>
            </a:r>
          </a:p>
          <a:p>
            <a:r>
              <a:t>金融風控透過模型預測信貸違約概率。</a:t>
            </a:r>
          </a:p>
          <a:p>
            <a:r>
              <a:t>製造業利用 AI 進行質量監控與預維護。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挑戰、痛點與最佳實踐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資料隱私與安全常被質疑，需合規處理。</a:t>
            </a:r>
          </a:p>
          <a:p>
            <a:r>
              <a:t>模型可解釋性不足導致決策透明度低。</a:t>
            </a:r>
          </a:p>
          <a:p>
            <a:r>
              <a:t>跨部門協同難題阻礙 AI 專案落地。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未來趨勢與啟發</a:t>
            </a: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Organisch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0</TotalTime>
  <Words>0</Words>
  <Application>Microsoft Office PowerPoint</Application>
  <PresentationFormat>Breitbild</PresentationFormat>
  <Paragraphs>0</Paragraphs>
  <Slides>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0</vt:i4>
      </vt:variant>
    </vt:vector>
  </HeadingPairs>
  <TitlesOfParts>
    <vt:vector size="3" baseType="lpstr">
      <vt:lpstr>Arial</vt:lpstr>
      <vt:lpstr>Garamond</vt:lpstr>
      <vt:lpstr>Organisch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Käch, Timon</dc:creator>
  <cp:lastModifiedBy>Käch, Timon</cp:lastModifiedBy>
  <cp:revision>1</cp:revision>
  <dcterms:created xsi:type="dcterms:W3CDTF">2023-03-07T12:04:32Z</dcterms:created>
  <dcterms:modified xsi:type="dcterms:W3CDTF">2023-03-07T12:04:45Z</dcterms:modified>
</cp:coreProperties>
</file>