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本簡報將帶您走進人工智慧（AI）的世界，從其核心概念到實際應用，再探討未來發展趨勢。請注意各章節的連結與重點。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的本質在於資料驅動的推論，ML 是其核心方法；DL、NLP 與 CV 為三大子領域。這些技術共同構成了現代 AI 系統的基礎。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在醫療、交通、金融及製造等領域已顯示巨大價值，從診斷到決策支援皆有實際案例。這些典型應用展示了 AI 的多樣性與深度。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在實務中常遇隱私、偏差及解釋性問題，並需跨部門協作整合。採用匿名化、透明工具與標準化 API 可減輕痛點。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未來 AI 將更強調即時性與多模態融合，並伴隨監管完善。這些趨勢將重新定義企業數位轉型的方向。請思考貴組織如何把握機會與風險。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‹Nr.›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人工智慧革命：核心技術與未來趨勢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從醫療到自動駕駛的全景觀察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核心概念與定義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人工智慧是模擬人類認知，透過演算法學習並推論的技術。</a:t>
            </a:r>
          </a:p>
          <a:p>
            <a:r>
              <a:t>機器學習（ML）為 AI 的基石，利用資料訓練模型。</a:t>
            </a:r>
          </a:p>
          <a:p>
            <a:r>
              <a:t>深度學習（DL）、自然語言處理與電腦視覺是主要子領域。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主應用領域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醫療診斷：影像分析與個人化治療。</a:t>
            </a:r>
          </a:p>
          <a:p>
            <a:r>
              <a:t>自動駕駛：感測器融合與路徑規劃。</a:t>
            </a:r>
          </a:p>
          <a:p>
            <a:r>
              <a:t>金融風控：欺詐偵測與投資建議。</a:t>
            </a:r>
          </a:p>
          <a:p>
            <a:r>
              <a:t>製造業：預測維護與流程優化。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挑戰與最佳實踐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資料隱私：合規性與匿名化處理（建議）。</a:t>
            </a:r>
          </a:p>
          <a:p>
            <a:r>
              <a:t>模型偏差：多樣化訓練集與公平評估（通常）。</a:t>
            </a:r>
          </a:p>
          <a:p>
            <a:r>
              <a:t>解釋性不足：可視化工具與透明度提升（建議）。</a:t>
            </a:r>
          </a:p>
          <a:p>
            <a:r>
              <a:t>系統整合：跨部門協作與 API 標準化（建議）。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未來趨勢與結論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Zitierfähig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TM03457503[[fn=Zitierfähig]]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Century Gothic</vt:lpstr>
      <vt:lpstr>Wingdings 2</vt:lpstr>
      <vt:lpstr>Zitierfähig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2023-03-07T12:08:31Z</dcterms:created>
  <dcterms:modified xsi:type="dcterms:W3CDTF">2023-03-07T12:08:51Z</dcterms:modified>
</cp:coreProperties>
</file>