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簡報開場，概述 AI 的快速發展及其跨足多領域的重要性，引導聽眾對後續內容產生興趣。問：您曾在哪些場合感受到 AI 的影響？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先說明 AI 的定義，再介紹三大核心技術及其互補關係，最後指出資料與算力是關鍵驅動因素，鼓勵聽眾思考自身領域的數據資源。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列舉三個典型應用，說明其核心價值與實際效益，並提供具體案例場景，最後提問聽眾在各自行業中可否發現類似機會。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闡述三大挑戰並提出相應對策，強調可解釋性與安全性的必要性，引導討論如何在組織內落實。問：您的團隊目前面臨哪些 AI 相關痛點？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總結未來三大技術方向與市場動態，提供量化指標作為參考，鼓勵聽眾思考如何把握機會並提出具體落地方案。問：您認為哪項趨勢最能改變您的行業？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9334D819-9F07-4261-B09B-9E467E5D9002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71766878-3199-4EAB-94E7-2D6D11070E14}" type="slidenum">
              <a:rPr lang="en-US" dirty="0"/>
              <a:pPr/>
              <a:t>‹Nr.›</a:t>
            </a:fld>
            <a:endParaRPr lang="en-US" dirty="0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-&#10;überschri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9334D819-9F07-4261-B09B-9E467E5D9002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1766878-3199-4EAB-94E7-2D6D11070E14}" type="slidenum">
              <a:rPr lang="en-US" dirty="0"/>
              <a:pPr/>
              <a:t>‹Nr.›</a:t>
            </a:fld>
            <a:endParaRPr lang="en-US" dirty="0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9334D819-9F07-4261-B09B-9E467E5D9002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71766878-3199-4EAB-94E7-2D6D11070E14}" type="slidenum">
              <a:rPr lang="en-US" dirty="0"/>
              <a:t>‹Nr.›</a:t>
            </a:fld>
            <a:endParaRPr lang="en-US" dirty="0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9334D819-9F07-4261-B09B-9E467E5D9002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71766878-3199-4EAB-94E7-2D6D11070E14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334D819-9F07-4261-B09B-9E467E5D9002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1766878-3199-4EAB-94E7-2D6D11070E14}" type="slidenum">
              <a:rPr lang="en-US" dirty="0"/>
              <a:pPr/>
              <a:t>‹Nr.›</a:t>
            </a:fld>
            <a:endParaRPr lang="en-US" dirty="0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人工智慧革命：從技術到未來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深入探討 AI 核心、應用與趨勢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核心概念與技術基礎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人工智慧是模擬人類智能的機械系統。</a:t>
            </a:r>
          </a:p>
          <a:p>
            <a:r>
              <a:t>核心技術包括機器學習、深度學習與自然語言處理。</a:t>
            </a:r>
          </a:p>
          <a:p>
            <a:r>
              <a:t>模型訓練依賴大量數據與算力，推動自適應決策。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主要應用領域：醫療、交通與金融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醫療影像分析提升診斷準確率，縮短決策時間。</a:t>
            </a:r>
          </a:p>
          <a:p>
            <a:r>
              <a:t>自動駕駛系統結合感知與控制，實現安全行車。</a:t>
            </a:r>
          </a:p>
          <a:p>
            <a:r>
              <a:t>金融風險評估利用大數據預測市場波動。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挑戰、痛點與解決策略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資料偏差導致模型不公平，需多樣化訓練集。</a:t>
            </a:r>
          </a:p>
          <a:p>
            <a:r>
              <a:t>隱私保護問題要求加強數據匿名與合規性。</a:t>
            </a:r>
          </a:p>
          <a:p>
            <a:r>
              <a:t>高算力需求推動雲端與邊緣計算結合。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未來趨勢與發展方向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>
            <a:r>
              <a:t>強化學習將推動自主系統更靈活。</a:t>
            </a:r>
          </a:p>
          <a:p>
            <a:r>
              <a:t>邊緣 AI 降低延遲，提升即時決策。</a:t>
            </a:r>
          </a:p>
          <a:p>
            <a:r>
              <a:t>可解釋模型促進信任與合規。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0B082E"/>
      </a:dk2>
      <a:lt2>
        <a:srgbClr val="F3F3F2"/>
      </a:lt2>
      <a:accent1>
        <a:srgbClr val="62B4C6"/>
      </a:accent1>
      <a:accent2>
        <a:srgbClr val="1B376E"/>
      </a:accent2>
      <a:accent3>
        <a:srgbClr val="9EBE55"/>
      </a:accent3>
      <a:accent4>
        <a:srgbClr val="C65E5E"/>
      </a:accent4>
      <a:accent5>
        <a:srgbClr val="D3BA55"/>
      </a:accent5>
      <a:accent6>
        <a:srgbClr val="96648A"/>
      </a:accent6>
      <a:hlink>
        <a:srgbClr val="62B4C6"/>
      </a:hlink>
      <a:folHlink>
        <a:srgbClr val="96648A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D71F8F05-6246-47AF-9E68-E57F6C93F79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TM10001106[[fn=Badge]]</Template>
  <TotalTime>0</TotalTime>
  <Words>0</Words>
  <Application>Microsoft Office PowerPoint</Application>
  <PresentationFormat>Breitbild</PresentationFormat>
  <Paragraphs>0</Paragraphs>
  <Slides>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0</vt:i4>
      </vt:variant>
    </vt:vector>
  </HeadingPairs>
  <TitlesOfParts>
    <vt:vector size="4" baseType="lpstr">
      <vt:lpstr>Arial</vt:lpstr>
      <vt:lpstr>Gill Sans MT</vt:lpstr>
      <vt:lpstr>Impact</vt:lpstr>
      <vt:lpstr>Badge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Käch, Timon</dc:creator>
  <cp:lastModifiedBy>Käch, Timon</cp:lastModifiedBy>
  <cp:revision>1</cp:revision>
  <dcterms:created xsi:type="dcterms:W3CDTF">2023-03-07T12:07:15Z</dcterms:created>
  <dcterms:modified xsi:type="dcterms:W3CDTF">2023-03-07T12:07:58Z</dcterms:modified>
</cp:coreProperties>
</file>